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1" r:id="rId2"/>
    <p:sldId id="268" r:id="rId3"/>
    <p:sldId id="272" r:id="rId4"/>
    <p:sldId id="274" r:id="rId5"/>
    <p:sldId id="275" r:id="rId6"/>
    <p:sldId id="276" r:id="rId7"/>
    <p:sldId id="277" r:id="rId8"/>
    <p:sldId id="278" r:id="rId9"/>
    <p:sldId id="273" r:id="rId10"/>
  </p:sldIdLst>
  <p:sldSz cx="12192000" cy="6858000"/>
  <p:notesSz cx="6858000" cy="9144000"/>
  <p:embeddedFontLst>
    <p:embeddedFont>
      <p:font typeface="Aptos Narrow" panose="020B0004020202020204" pitchFamily="3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AFDD5F10-B3BA-D926-1B1B-D204436E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>
            <a:extLst>
              <a:ext uri="{FF2B5EF4-FFF2-40B4-BE49-F238E27FC236}">
                <a16:creationId xmlns:a16="http://schemas.microsoft.com/office/drawing/2014/main" id="{723D9BAB-4941-B90B-3D89-11B76F9B08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>
            <a:extLst>
              <a:ext uri="{FF2B5EF4-FFF2-40B4-BE49-F238E27FC236}">
                <a16:creationId xmlns:a16="http://schemas.microsoft.com/office/drawing/2014/main" id="{E8706FC2-87A2-54E5-E2DC-78D981F550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376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DAF168F6-5A5F-42CC-41E8-FD76038D2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>
            <a:extLst>
              <a:ext uri="{FF2B5EF4-FFF2-40B4-BE49-F238E27FC236}">
                <a16:creationId xmlns:a16="http://schemas.microsoft.com/office/drawing/2014/main" id="{F1BC61A0-8804-DD0F-1177-95D47FFD3F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>
            <a:extLst>
              <a:ext uri="{FF2B5EF4-FFF2-40B4-BE49-F238E27FC236}">
                <a16:creationId xmlns:a16="http://schemas.microsoft.com/office/drawing/2014/main" id="{B64B16ED-A011-9536-08E1-6A637F91E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6232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B9629829-166B-DC8A-58DE-E15CE01F0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>
            <a:extLst>
              <a:ext uri="{FF2B5EF4-FFF2-40B4-BE49-F238E27FC236}">
                <a16:creationId xmlns:a16="http://schemas.microsoft.com/office/drawing/2014/main" id="{B2146100-E725-BAAB-FE24-EA087CD153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>
            <a:extLst>
              <a:ext uri="{FF2B5EF4-FFF2-40B4-BE49-F238E27FC236}">
                <a16:creationId xmlns:a16="http://schemas.microsoft.com/office/drawing/2014/main" id="{973601C3-37AB-0E00-68FD-91E85A41BF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9052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165" name="Google Shape;165;p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458C50-A3F1-320F-4FF1-55E98C91F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41" y="1155933"/>
            <a:ext cx="4909971" cy="325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23128450-FE99-9AC0-4AA4-8DAEA1A60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>
            <a:extLst>
              <a:ext uri="{FF2B5EF4-FFF2-40B4-BE49-F238E27FC236}">
                <a16:creationId xmlns:a16="http://schemas.microsoft.com/office/drawing/2014/main" id="{11124349-214A-E8F1-9BF5-DAC248EE1A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75" name="Google Shape;175;p7" title="download.png">
            <a:extLst>
              <a:ext uri="{FF2B5EF4-FFF2-40B4-BE49-F238E27FC236}">
                <a16:creationId xmlns:a16="http://schemas.microsoft.com/office/drawing/2014/main" id="{06FB9CD4-787D-991A-B2A9-BCA90732964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EA0FDA-C351-6C98-0D30-80EDEDF18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95" y="1265629"/>
            <a:ext cx="2876951" cy="857370"/>
          </a:xfrm>
          <a:prstGeom prst="rect">
            <a:avLst/>
          </a:prstGeom>
        </p:spPr>
      </p:pic>
      <p:pic>
        <p:nvPicPr>
          <p:cNvPr id="3" name="Picture 2" descr="A blue circle with white letters&#10;&#10;AI-generated content may be incorrect.">
            <a:extLst>
              <a:ext uri="{FF2B5EF4-FFF2-40B4-BE49-F238E27FC236}">
                <a16:creationId xmlns:a16="http://schemas.microsoft.com/office/drawing/2014/main" id="{4672CD70-A889-7FA4-0F56-9B10A5749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313" y="1895482"/>
            <a:ext cx="5136498" cy="32095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CEE92E-C29D-8435-759D-6C0F2D995296}"/>
              </a:ext>
            </a:extLst>
          </p:cNvPr>
          <p:cNvSpPr txBox="1"/>
          <p:nvPr/>
        </p:nvSpPr>
        <p:spPr>
          <a:xfrm>
            <a:off x="540189" y="2615184"/>
            <a:ext cx="61813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project aims to answer the critical question: </a:t>
            </a:r>
            <a:r>
              <a:rPr lang="en-US" sz="2800" b="1" dirty="0"/>
              <a:t>"How is New York City's transit network recovering from the COVID-19 pandemic, and what are the new travel patterns?"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65916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BB41AA57-84C9-E47A-3209-65C1252EB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">
            <a:extLst>
              <a:ext uri="{FF2B5EF4-FFF2-40B4-BE49-F238E27FC236}">
                <a16:creationId xmlns:a16="http://schemas.microsoft.com/office/drawing/2014/main" id="{54F00E08-29DD-8BCB-EE69-BF6660BAD5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226" name="Google Shape;226;p12" title="download.png">
            <a:extLst>
              <a:ext uri="{FF2B5EF4-FFF2-40B4-BE49-F238E27FC236}">
                <a16:creationId xmlns:a16="http://schemas.microsoft.com/office/drawing/2014/main" id="{8DEA8D3B-5018-4C01-F244-6F5760D1C9A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470E68-D0C2-6435-80A4-0B930C76F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76" y="1115756"/>
            <a:ext cx="3200847" cy="75258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C0464F-11D0-04BA-C46F-BD8F61851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189701"/>
              </p:ext>
            </p:extLst>
          </p:nvPr>
        </p:nvGraphicFramePr>
        <p:xfrm>
          <a:off x="1320945" y="2359153"/>
          <a:ext cx="9391848" cy="28349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47217">
                  <a:extLst>
                    <a:ext uri="{9D8B030D-6E8A-4147-A177-3AD203B41FA5}">
                      <a16:colId xmlns:a16="http://schemas.microsoft.com/office/drawing/2014/main" val="1204113479"/>
                    </a:ext>
                  </a:extLst>
                </a:gridCol>
                <a:gridCol w="3928768">
                  <a:extLst>
                    <a:ext uri="{9D8B030D-6E8A-4147-A177-3AD203B41FA5}">
                      <a16:colId xmlns:a16="http://schemas.microsoft.com/office/drawing/2014/main" val="1633972505"/>
                    </a:ext>
                  </a:extLst>
                </a:gridCol>
                <a:gridCol w="1115863">
                  <a:extLst>
                    <a:ext uri="{9D8B030D-6E8A-4147-A177-3AD203B41FA5}">
                      <a16:colId xmlns:a16="http://schemas.microsoft.com/office/drawing/2014/main" val="162983956"/>
                    </a:ext>
                  </a:extLst>
                </a:gridCol>
              </a:tblGrid>
              <a:tr h="2349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Name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Email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ID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4167171"/>
                  </a:ext>
                </a:extLst>
              </a:tr>
              <a:tr h="4251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Amr Mohammed Ahmed Mohammed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amrabdelghany000@gmail.com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21086749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8005927"/>
                  </a:ext>
                </a:extLst>
              </a:tr>
              <a:tr h="4251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Mohammed Ahmed Hassanein Khalifa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eng.mohammedzaher@gmail.com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21053928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8254954"/>
                  </a:ext>
                </a:extLst>
              </a:tr>
              <a:tr h="4251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Mohammed Mamdouh Fathy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mamdouhmohamed220@gmail.com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21081802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18317333"/>
                  </a:ext>
                </a:extLst>
              </a:tr>
              <a:tr h="4251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Paula Sameh Sobhy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paulasameh549@gmail.com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21021295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6423262"/>
                  </a:ext>
                </a:extLst>
              </a:tr>
              <a:tr h="4251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Abanoub Shawkat Ragheb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Beboshawket30@gmail.com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21030220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8340259"/>
                  </a:ext>
                </a:extLst>
              </a:tr>
              <a:tr h="4251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Bishoy Mina Elkomos Bishoy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bishoy.elmalah@gmail.com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21009483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98442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454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7BA15A-57B4-C0F0-5D9B-CEFC8F6FE1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C5D2A-4728-88BA-B18B-5FB887390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1133364"/>
            <a:ext cx="9317736" cy="508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57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1E35EF-9C05-2870-58FD-D9BDDC9C32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B760A6-87E4-C373-AE03-3AADA7E28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1144851"/>
            <a:ext cx="9427464" cy="514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45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45C8FB-F71A-C5FA-7527-1811A7906E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A5D5D-B74A-AD4C-0605-549BE9ECF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276" y="1060704"/>
            <a:ext cx="9483448" cy="508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04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14E52-5553-8E0A-3C6E-EB328CB6F5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82F47F-51C7-C6EB-1064-1C9C4F53D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105" y="972520"/>
            <a:ext cx="9394527" cy="526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872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8F87BC-145F-D177-9CC2-EED21614B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D38FBB-8E4E-78CD-CD87-1C84632D1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68" y="1115569"/>
            <a:ext cx="9340493" cy="524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8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FBA735D3-15DA-DC6F-4846-7713D4BE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">
            <a:extLst>
              <a:ext uri="{FF2B5EF4-FFF2-40B4-BE49-F238E27FC236}">
                <a16:creationId xmlns:a16="http://schemas.microsoft.com/office/drawing/2014/main" id="{AA2DC92A-AE8A-8CD6-8073-9106F35F64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26" name="Google Shape;226;p12" title="download.png">
            <a:extLst>
              <a:ext uri="{FF2B5EF4-FFF2-40B4-BE49-F238E27FC236}">
                <a16:creationId xmlns:a16="http://schemas.microsoft.com/office/drawing/2014/main" id="{7A5F3986-897A-C94B-AA61-F0337701100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FAB778-1639-7DB0-2C38-7FB1DAD6F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655" y="2851207"/>
            <a:ext cx="4134427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817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104</Words>
  <Application>Microsoft Office PowerPoint</Application>
  <PresentationFormat>Widescreen</PresentationFormat>
  <Paragraphs>31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 Narrow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</dc:creator>
  <cp:lastModifiedBy>Bishoy Mina El Malah</cp:lastModifiedBy>
  <cp:revision>14</cp:revision>
  <dcterms:created xsi:type="dcterms:W3CDTF">2024-03-14T10:03:54Z</dcterms:created>
  <dcterms:modified xsi:type="dcterms:W3CDTF">2025-11-30T21:35:22Z</dcterms:modified>
</cp:coreProperties>
</file>